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注：币种为人民币含税价，税率13%。Note: CNY tax-included, VAT 13%.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技术服务工作说明书</a:t>
            </a:r>
          </a:p>
          <a:p>
            <a:r>
              <a:t>Statement of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项目：数据中心机电工程采购项目</a:t>
            </a:r>
          </a:p>
          <a:p>
            <a:r>
              <a:t>Project: Data Center M&amp;E Procurement</a:t>
            </a:r>
          </a:p>
          <a:p>
            <a:r>
              <a:t>合同编号：PPA-2026-CHN-0417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工作范围 / Scope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乙方负责下列设备的供应、安装与调试：</a:t>
            </a:r>
          </a:p>
          <a:p>
            <a:r>
              <a:t>The Supplier shall provide installation and commissioning for:</a:t>
            </a:r>
          </a:p>
          <a:p>
            <a:r>
              <a:t>• 冷水机组 Chiller Units ×4</a:t>
            </a:r>
          </a:p>
          <a:p>
            <a:r>
              <a:t>• 柴油发电机 Diesel Generator ×3（含油箱 fuel tank）</a:t>
            </a:r>
          </a:p>
          <a:p>
            <a:r>
              <a:t>• 精密空调 Precision Air Conditioning ×28</a:t>
            </a:r>
          </a:p>
          <a:p>
            <a:r>
              <a:t>•交付时间 Delivery: 合同生效后90个工作日 within 90 working days after contract effective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付款里程碑 / Payment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r>
                        <a:t>里程碑 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比例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触发条件 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金额 Amount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预付款 Advance 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合同生效+预付款保函 Contract effective + advance 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¥2,700,000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到货 Payment on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全部设备到货验收 All equipment delivered &amp; inspected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¥4,500,000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验收 Final Acceptance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通过72小时连续试运行 72-hour continuous test 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¥1,800,000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