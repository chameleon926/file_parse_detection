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2026年度办公设备集中采购汇报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采购部 Procurement Dept.</a:t>
            </a:r>
          </a:p>
          <a:p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供应商比价情况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本次比价共邀请5家供应商，3家有效响应。</a:t>
            </a:r>
          </a:p>
          <a:p>
            <a:r>
              <a:t>推荐中标：联想（深圳）有限公司</a:t>
            </a:r>
          </a:p>
          <a:p>
            <a:r>
              <a:t>报价：¥1,286,000（含税），较预算节约12.3%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总价(含税)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交期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联想深圳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¥1,286,000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戴尔中国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¥1,402,000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华为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¥1,355,000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